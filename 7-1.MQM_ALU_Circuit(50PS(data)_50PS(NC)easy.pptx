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MQM ALU   10 GHz   Method-B   Circuit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21542"/>
            <a:ext cx="116128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1" dirty="0">
                <a:solidFill>
                  <a:srgbClr val="E65100"/>
                </a:solidFill>
              </a:rPr>
              <a:t>Method-B:  1st DATA(50ps) -&gt; NC(50ps)  |  2nd DATA(50ps) -&gt; NC(50ps)  |  3rd DATA(50ps) -&gt; NC(50ps)   50:50 ratio — Max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782146"/>
            <a:ext cx="1188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(1)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782146"/>
            <a:ext cx="16916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(2) FA SYNTH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782146"/>
            <a:ext cx="13716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838F"/>
                </a:solidFill>
              </a:rPr>
              <a:t>(3) DIFF.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782146"/>
            <a:ext cx="3200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37474F"/>
                </a:solidFill>
              </a:rPr>
              <a:t>(4) WIRE  12mm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782146"/>
            <a:ext cx="17373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(5) DATA READ @9mm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782146"/>
            <a:ext cx="20116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(6) NC SHORT @12mm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51560"/>
            <a:ext cx="118872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W1  (2 Byte)
F1(8b)+A1(8b)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874519"/>
            <a:ext cx="118872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W2  (2 Byte)
F2(8b)+A2(8b)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188720"/>
            <a:ext cx="1691640" cy="1143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 SYNTH
W3=W1+W2
F(8b)+A(8b)
16bit/cycle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25880" y="1344168"/>
            <a:ext cx="13716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25880" y="2167128"/>
            <a:ext cx="137160" cy="0"/>
          </a:xfrm>
          <a:prstGeom prst="line">
            <a:avLst/>
          </a:prstGeom>
          <a:ln w="254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91840" y="1051560"/>
            <a:ext cx="1371600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+W3
Synth Wave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74519"/>
            <a:ext cx="1371600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-W3
Inv. Phase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4680" y="1344168"/>
            <a:ext cx="137160" cy="0"/>
          </a:xfrm>
          <a:prstGeom prst="line">
            <a:avLst/>
          </a:prstGeom>
          <a:ln w="254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54680" y="2167128"/>
            <a:ext cx="137160" cy="0"/>
          </a:xfrm>
          <a:prstGeom prst="line">
            <a:avLst/>
          </a:prstGeom>
          <a:ln w="254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00600" y="1344168"/>
            <a:ext cx="3291840" cy="0"/>
          </a:xfrm>
          <a:prstGeom prst="line">
            <a:avLst/>
          </a:prstGeom>
          <a:ln w="381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00600" y="2167128"/>
            <a:ext cx="3291840" cy="0"/>
          </a:xfrm>
          <a:prstGeom prst="line">
            <a:avLst/>
          </a:prstGeom>
          <a:ln w="381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1344168"/>
            <a:ext cx="137160" cy="0"/>
          </a:xfrm>
          <a:prstGeom prst="line">
            <a:avLst/>
          </a:prstGeom>
          <a:ln w="254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2167128"/>
            <a:ext cx="137160" cy="0"/>
          </a:xfrm>
          <a:prstGeom prst="line">
            <a:avLst/>
          </a:prstGeom>
          <a:ln w="254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00600" y="1111330"/>
            <a:ext cx="1828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838F"/>
                </a:solidFill>
              </a:rPr>
              <a:t>Wire 1  (+W3)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181178"/>
            <a:ext cx="1828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BF360C"/>
                </a:solidFill>
              </a:rPr>
              <a:t>Wire 2  (-W3)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0060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17720" y="2821257"/>
            <a:ext cx="51206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0mm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2356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40679" y="2821257"/>
            <a:ext cx="502919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3mm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4652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63640" y="2821257"/>
            <a:ext cx="50291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6mm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69479" y="1234440"/>
            <a:ext cx="0" cy="201168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49440" y="3138285"/>
            <a:ext cx="6400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2E7D32"/>
                </a:solidFill>
              </a:rPr>
              <a:t>9mm
DATA READ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92440" y="1234440"/>
            <a:ext cx="0" cy="201168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72400" y="3138285"/>
            <a:ext cx="6400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E65100"/>
                </a:solidFill>
              </a:rPr>
              <a:t>12mm
NC SHORT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00600" y="3611880"/>
            <a:ext cx="2468879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40680" y="3589353"/>
            <a:ext cx="1051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78909C"/>
                </a:solidFill>
              </a:rPr>
              <a:t>9mm (3x3mm)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00600" y="3822191"/>
            <a:ext cx="329184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599" y="3799665"/>
            <a:ext cx="1325879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78909C"/>
                </a:solidFill>
              </a:rPr>
              <a:t>12mm (4x3mm)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92440" y="1344168"/>
            <a:ext cx="0" cy="822960"/>
          </a:xfrm>
          <a:prstGeom prst="line">
            <a:avLst/>
          </a:prstGeom>
          <a:ln w="50800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38160" y="1632537"/>
            <a:ext cx="5486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B71C1C"/>
                </a:solidFill>
              </a:rPr>
              <a:t>SHORT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1024128"/>
            <a:ext cx="16459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1st DATA  t+50ps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7269479" y="1252728"/>
            <a:ext cx="868681" cy="91440"/>
          </a:xfrm>
          <a:prstGeom prst="line">
            <a:avLst/>
          </a:prstGeom>
          <a:ln w="19050">
            <a:solidFill>
              <a:srgbClr val="1B5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138160" y="1554480"/>
            <a:ext cx="16459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2nd DATA  t+150ps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269479" y="1344168"/>
            <a:ext cx="868681" cy="438912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138160" y="2084832"/>
            <a:ext cx="1645920" cy="45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3rd DATA  t+250ps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69479" y="1344168"/>
            <a:ext cx="868681" cy="969264"/>
          </a:xfrm>
          <a:prstGeom prst="line">
            <a:avLst/>
          </a:prstGeom>
          <a:ln w="19050">
            <a:solidFill>
              <a:srgbClr val="388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138160" y="2697480"/>
            <a:ext cx="16459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OUTPUT
16bit x3=48bit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21240" y="1024128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NC-1   t+100ps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8092440" y="1252728"/>
            <a:ext cx="1828800" cy="91440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092440" y="1252728"/>
            <a:ext cx="3931919" cy="914400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921240" y="1554480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NC-2   t+200ps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092440" y="1344168"/>
            <a:ext cx="1828800" cy="438912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092440" y="1783080"/>
            <a:ext cx="3931919" cy="384048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921240" y="2084832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NC-3   t+300ps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092440" y="1344168"/>
            <a:ext cx="1828800" cy="969264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92440" y="2167128"/>
            <a:ext cx="3931919" cy="146304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921240" y="2697480"/>
            <a:ext cx="2103120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+W3+(-W3)=0
SIGNAL FLAT 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4" y="3815166"/>
            <a:ext cx="1188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dirty="0">
                <a:solidFill>
                  <a:srgbClr val="1A237E"/>
                </a:solidFill>
              </a:rPr>
              <a:t>(7) TIMING DIAGRAM   Method-B   10GHz  |  1 cycle=100ps  |  3 cycles=300ps for 3 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1" name="Rectangle 60"/>
          <p:cNvSpPr/>
          <p:nvPr/>
        </p:nvSpPr>
        <p:spPr>
          <a:xfrm>
            <a:off x="192024" y="4315968"/>
            <a:ext cx="1938528" cy="64922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1st DATA
50ps
(50/100GHz)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4884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" y="4021240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37474F"/>
                </a:solidFill>
              </a:rPr>
              <a:t>Cycle 1  (0~100ps)</a:t>
            </a:r>
          </a:p>
        </p:txBody>
      </p:sp>
      <p:cxnSp>
        <p:nvCxnSpPr>
          <p:cNvPr id="64" name="Connector 63"/>
          <p:cNvCxnSpPr>
            <a:cxnSpLocks/>
          </p:cNvCxnSpPr>
          <p:nvPr/>
        </p:nvCxnSpPr>
        <p:spPr>
          <a:xfrm>
            <a:off x="182880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8288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0ps</a:t>
            </a:r>
          </a:p>
        </p:txBody>
      </p:sp>
      <p:cxnSp>
        <p:nvCxnSpPr>
          <p:cNvPr id="66" name="Connector 65"/>
          <p:cNvCxnSpPr>
            <a:cxnSpLocks/>
          </p:cNvCxnSpPr>
          <p:nvPr/>
        </p:nvCxnSpPr>
        <p:spPr>
          <a:xfrm>
            <a:off x="576072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11480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10ps</a:t>
            </a:r>
          </a:p>
        </p:txBody>
      </p:sp>
      <p:cxnSp>
        <p:nvCxnSpPr>
          <p:cNvPr id="68" name="Connector 67"/>
          <p:cNvCxnSpPr>
            <a:cxnSpLocks/>
          </p:cNvCxnSpPr>
          <p:nvPr/>
        </p:nvCxnSpPr>
        <p:spPr>
          <a:xfrm>
            <a:off x="969264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04672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20ps</a:t>
            </a:r>
          </a:p>
        </p:txBody>
      </p:sp>
      <p:cxnSp>
        <p:nvCxnSpPr>
          <p:cNvPr id="70" name="Connector 69"/>
          <p:cNvCxnSpPr>
            <a:cxnSpLocks/>
          </p:cNvCxnSpPr>
          <p:nvPr/>
        </p:nvCxnSpPr>
        <p:spPr>
          <a:xfrm>
            <a:off x="1362455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197863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30ps</a:t>
            </a:r>
          </a:p>
        </p:txBody>
      </p:sp>
      <p:cxnSp>
        <p:nvCxnSpPr>
          <p:cNvPr id="72" name="Connector 71"/>
          <p:cNvCxnSpPr>
            <a:cxnSpLocks/>
          </p:cNvCxnSpPr>
          <p:nvPr/>
        </p:nvCxnSpPr>
        <p:spPr>
          <a:xfrm>
            <a:off x="1755648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591056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40ps</a:t>
            </a:r>
          </a:p>
        </p:txBody>
      </p:sp>
      <p:cxnSp>
        <p:nvCxnSpPr>
          <p:cNvPr id="74" name="Connector 73"/>
          <p:cNvCxnSpPr>
            <a:cxnSpLocks/>
          </p:cNvCxnSpPr>
          <p:nvPr/>
        </p:nvCxnSpPr>
        <p:spPr>
          <a:xfrm>
            <a:off x="2148840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84248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50ps</a:t>
            </a:r>
          </a:p>
        </p:txBody>
      </p:sp>
      <p:cxnSp>
        <p:nvCxnSpPr>
          <p:cNvPr id="76" name="Connector 75"/>
          <p:cNvCxnSpPr>
            <a:cxnSpLocks/>
          </p:cNvCxnSpPr>
          <p:nvPr/>
        </p:nvCxnSpPr>
        <p:spPr>
          <a:xfrm>
            <a:off x="2542032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377439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60ps</a:t>
            </a:r>
          </a:p>
        </p:txBody>
      </p:sp>
      <p:cxnSp>
        <p:nvCxnSpPr>
          <p:cNvPr id="78" name="Connector 77"/>
          <p:cNvCxnSpPr>
            <a:cxnSpLocks/>
          </p:cNvCxnSpPr>
          <p:nvPr/>
        </p:nvCxnSpPr>
        <p:spPr>
          <a:xfrm>
            <a:off x="2935224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70632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70ps</a:t>
            </a:r>
          </a:p>
        </p:txBody>
      </p:sp>
      <p:cxnSp>
        <p:nvCxnSpPr>
          <p:cNvPr id="80" name="Connector 79"/>
          <p:cNvCxnSpPr>
            <a:cxnSpLocks/>
          </p:cNvCxnSpPr>
          <p:nvPr/>
        </p:nvCxnSpPr>
        <p:spPr>
          <a:xfrm>
            <a:off x="3328416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163824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80ps</a:t>
            </a:r>
          </a:p>
        </p:txBody>
      </p:sp>
      <p:cxnSp>
        <p:nvCxnSpPr>
          <p:cNvPr id="82" name="Connector 81"/>
          <p:cNvCxnSpPr>
            <a:cxnSpLocks/>
          </p:cNvCxnSpPr>
          <p:nvPr/>
        </p:nvCxnSpPr>
        <p:spPr>
          <a:xfrm>
            <a:off x="3721607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57015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90ps</a:t>
            </a:r>
          </a:p>
        </p:txBody>
      </p:sp>
      <p:cxnSp>
        <p:nvCxnSpPr>
          <p:cNvPr id="84" name="Connector 83"/>
          <p:cNvCxnSpPr>
            <a:cxnSpLocks/>
          </p:cNvCxnSpPr>
          <p:nvPr/>
        </p:nvCxnSpPr>
        <p:spPr>
          <a:xfrm>
            <a:off x="411480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14884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114800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8" name="Rectangle 87"/>
          <p:cNvSpPr/>
          <p:nvPr/>
        </p:nvSpPr>
        <p:spPr>
          <a:xfrm>
            <a:off x="4123944" y="4315968"/>
            <a:ext cx="1938528" cy="6492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2st DATA
50ps
(50/100GHz)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8076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0" y="4055698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37474F"/>
                </a:solidFill>
              </a:rPr>
              <a:t>Cycle 2  (100~200ps)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114800" y="4059936"/>
            <a:ext cx="0" cy="1014984"/>
          </a:xfrm>
          <a:prstGeom prst="line">
            <a:avLst/>
          </a:prstGeom>
          <a:ln w="1905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>
            <a:cxnSpLocks/>
          </p:cNvCxnSpPr>
          <p:nvPr/>
        </p:nvCxnSpPr>
        <p:spPr>
          <a:xfrm>
            <a:off x="411480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927348" y="4983480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100ps</a:t>
            </a:r>
          </a:p>
        </p:txBody>
      </p:sp>
      <p:cxnSp>
        <p:nvCxnSpPr>
          <p:cNvPr id="94" name="Connector 93"/>
          <p:cNvCxnSpPr>
            <a:cxnSpLocks/>
          </p:cNvCxnSpPr>
          <p:nvPr/>
        </p:nvCxnSpPr>
        <p:spPr>
          <a:xfrm>
            <a:off x="450799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343400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110ps</a:t>
            </a:r>
          </a:p>
        </p:txBody>
      </p:sp>
      <p:cxnSp>
        <p:nvCxnSpPr>
          <p:cNvPr id="96" name="Connector 95"/>
          <p:cNvCxnSpPr>
            <a:cxnSpLocks/>
          </p:cNvCxnSpPr>
          <p:nvPr/>
        </p:nvCxnSpPr>
        <p:spPr>
          <a:xfrm>
            <a:off x="4901184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736592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120ps</a:t>
            </a:r>
          </a:p>
        </p:txBody>
      </p:sp>
      <p:cxnSp>
        <p:nvCxnSpPr>
          <p:cNvPr id="98" name="Connector 97"/>
          <p:cNvCxnSpPr>
            <a:cxnSpLocks/>
          </p:cNvCxnSpPr>
          <p:nvPr/>
        </p:nvCxnSpPr>
        <p:spPr>
          <a:xfrm>
            <a:off x="5294376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129784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130ps</a:t>
            </a:r>
          </a:p>
        </p:txBody>
      </p:sp>
      <p:cxnSp>
        <p:nvCxnSpPr>
          <p:cNvPr id="100" name="Connector 99"/>
          <p:cNvCxnSpPr>
            <a:cxnSpLocks/>
          </p:cNvCxnSpPr>
          <p:nvPr/>
        </p:nvCxnSpPr>
        <p:spPr>
          <a:xfrm>
            <a:off x="5687568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5522976" y="4948017"/>
            <a:ext cx="42062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140ps</a:t>
            </a:r>
          </a:p>
        </p:txBody>
      </p:sp>
      <p:cxnSp>
        <p:nvCxnSpPr>
          <p:cNvPr id="102" name="Connector 101"/>
          <p:cNvCxnSpPr>
            <a:cxnSpLocks/>
          </p:cNvCxnSpPr>
          <p:nvPr/>
        </p:nvCxnSpPr>
        <p:spPr>
          <a:xfrm>
            <a:off x="608076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5916168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150ps</a:t>
            </a:r>
          </a:p>
        </p:txBody>
      </p:sp>
      <p:cxnSp>
        <p:nvCxnSpPr>
          <p:cNvPr id="104" name="Connector 103"/>
          <p:cNvCxnSpPr>
            <a:cxnSpLocks/>
          </p:cNvCxnSpPr>
          <p:nvPr/>
        </p:nvCxnSpPr>
        <p:spPr>
          <a:xfrm>
            <a:off x="647395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309360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160ps</a:t>
            </a:r>
          </a:p>
        </p:txBody>
      </p:sp>
      <p:cxnSp>
        <p:nvCxnSpPr>
          <p:cNvPr id="106" name="Connector 105"/>
          <p:cNvCxnSpPr>
            <a:cxnSpLocks/>
          </p:cNvCxnSpPr>
          <p:nvPr/>
        </p:nvCxnSpPr>
        <p:spPr>
          <a:xfrm>
            <a:off x="6867144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702552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170ps</a:t>
            </a:r>
          </a:p>
        </p:txBody>
      </p:sp>
      <p:cxnSp>
        <p:nvCxnSpPr>
          <p:cNvPr id="108" name="Connector 107"/>
          <p:cNvCxnSpPr>
            <a:cxnSpLocks/>
          </p:cNvCxnSpPr>
          <p:nvPr/>
        </p:nvCxnSpPr>
        <p:spPr>
          <a:xfrm>
            <a:off x="7260336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095744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180ps</a:t>
            </a:r>
          </a:p>
        </p:txBody>
      </p:sp>
      <p:cxnSp>
        <p:nvCxnSpPr>
          <p:cNvPr id="110" name="Connector 109"/>
          <p:cNvCxnSpPr>
            <a:cxnSpLocks/>
          </p:cNvCxnSpPr>
          <p:nvPr/>
        </p:nvCxnSpPr>
        <p:spPr>
          <a:xfrm>
            <a:off x="7653527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7488936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190ps</a:t>
            </a:r>
          </a:p>
        </p:txBody>
      </p:sp>
      <p:cxnSp>
        <p:nvCxnSpPr>
          <p:cNvPr id="112" name="Connector 111"/>
          <p:cNvCxnSpPr>
            <a:cxnSpLocks/>
          </p:cNvCxnSpPr>
          <p:nvPr/>
        </p:nvCxnSpPr>
        <p:spPr>
          <a:xfrm>
            <a:off x="804672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882128" y="4948017"/>
            <a:ext cx="39319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200ps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08076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8046719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6" name="Rectangle 115"/>
          <p:cNvSpPr/>
          <p:nvPr/>
        </p:nvSpPr>
        <p:spPr>
          <a:xfrm>
            <a:off x="8055863" y="4315968"/>
            <a:ext cx="1938528" cy="649224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3st DATA
50ps
(50/100GHz)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01268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46719" y="4055698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37474F"/>
                </a:solidFill>
              </a:rPr>
              <a:t>Cycle 3  (200~300ps)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046719" y="4059936"/>
            <a:ext cx="0" cy="1014984"/>
          </a:xfrm>
          <a:prstGeom prst="line">
            <a:avLst/>
          </a:prstGeom>
          <a:ln w="1905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>
            <a:cxnSpLocks/>
          </p:cNvCxnSpPr>
          <p:nvPr/>
        </p:nvCxnSpPr>
        <p:spPr>
          <a:xfrm>
            <a:off x="8046719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>
            <a:cxnSpLocks/>
          </p:cNvCxnSpPr>
          <p:nvPr/>
        </p:nvCxnSpPr>
        <p:spPr>
          <a:xfrm>
            <a:off x="8439911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8275318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210ps</a:t>
            </a:r>
          </a:p>
        </p:txBody>
      </p:sp>
      <p:cxnSp>
        <p:nvCxnSpPr>
          <p:cNvPr id="124" name="Connector 123"/>
          <p:cNvCxnSpPr>
            <a:cxnSpLocks/>
          </p:cNvCxnSpPr>
          <p:nvPr/>
        </p:nvCxnSpPr>
        <p:spPr>
          <a:xfrm>
            <a:off x="8833103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8668510" y="4948017"/>
            <a:ext cx="39351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220ps</a:t>
            </a:r>
          </a:p>
        </p:txBody>
      </p:sp>
      <p:cxnSp>
        <p:nvCxnSpPr>
          <p:cNvPr id="126" name="Connector 125"/>
          <p:cNvCxnSpPr>
            <a:cxnSpLocks/>
          </p:cNvCxnSpPr>
          <p:nvPr/>
        </p:nvCxnSpPr>
        <p:spPr>
          <a:xfrm>
            <a:off x="9226295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9061703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230ps</a:t>
            </a:r>
          </a:p>
        </p:txBody>
      </p:sp>
      <p:cxnSp>
        <p:nvCxnSpPr>
          <p:cNvPr id="128" name="Connector 127"/>
          <p:cNvCxnSpPr>
            <a:cxnSpLocks/>
          </p:cNvCxnSpPr>
          <p:nvPr/>
        </p:nvCxnSpPr>
        <p:spPr>
          <a:xfrm>
            <a:off x="9619488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9454895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240ps</a:t>
            </a:r>
          </a:p>
        </p:txBody>
      </p:sp>
      <p:cxnSp>
        <p:nvCxnSpPr>
          <p:cNvPr id="130" name="Connector 129"/>
          <p:cNvCxnSpPr>
            <a:cxnSpLocks/>
          </p:cNvCxnSpPr>
          <p:nvPr/>
        </p:nvCxnSpPr>
        <p:spPr>
          <a:xfrm>
            <a:off x="1001268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9848087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250ps</a:t>
            </a:r>
          </a:p>
        </p:txBody>
      </p:sp>
      <p:cxnSp>
        <p:nvCxnSpPr>
          <p:cNvPr id="132" name="Connector 131"/>
          <p:cNvCxnSpPr>
            <a:cxnSpLocks/>
          </p:cNvCxnSpPr>
          <p:nvPr/>
        </p:nvCxnSpPr>
        <p:spPr>
          <a:xfrm>
            <a:off x="1040587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0241279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260ps</a:t>
            </a:r>
          </a:p>
        </p:txBody>
      </p:sp>
      <p:cxnSp>
        <p:nvCxnSpPr>
          <p:cNvPr id="134" name="Connector 133"/>
          <p:cNvCxnSpPr>
            <a:cxnSpLocks/>
          </p:cNvCxnSpPr>
          <p:nvPr/>
        </p:nvCxnSpPr>
        <p:spPr>
          <a:xfrm>
            <a:off x="10799063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634471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270ps</a:t>
            </a:r>
          </a:p>
        </p:txBody>
      </p:sp>
      <p:cxnSp>
        <p:nvCxnSpPr>
          <p:cNvPr id="136" name="Connector 135"/>
          <p:cNvCxnSpPr>
            <a:cxnSpLocks/>
          </p:cNvCxnSpPr>
          <p:nvPr/>
        </p:nvCxnSpPr>
        <p:spPr>
          <a:xfrm>
            <a:off x="11192255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027663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280ps</a:t>
            </a:r>
          </a:p>
        </p:txBody>
      </p:sp>
      <p:cxnSp>
        <p:nvCxnSpPr>
          <p:cNvPr id="138" name="Connector 137"/>
          <p:cNvCxnSpPr>
            <a:cxnSpLocks/>
          </p:cNvCxnSpPr>
          <p:nvPr/>
        </p:nvCxnSpPr>
        <p:spPr>
          <a:xfrm>
            <a:off x="11585447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1420855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290ps</a:t>
            </a:r>
          </a:p>
        </p:txBody>
      </p:sp>
      <p:cxnSp>
        <p:nvCxnSpPr>
          <p:cNvPr id="140" name="Connector 139"/>
          <p:cNvCxnSpPr>
            <a:cxnSpLocks/>
          </p:cNvCxnSpPr>
          <p:nvPr/>
        </p:nvCxnSpPr>
        <p:spPr>
          <a:xfrm>
            <a:off x="11978639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1814047" y="4948017"/>
            <a:ext cx="4352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300ps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001268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228599" y="5316900"/>
            <a:ext cx="117957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dirty="0">
                <a:solidFill>
                  <a:srgbClr val="37474F"/>
                </a:solidFill>
              </a:rPr>
              <a:t>Method-B 50:50 — Each DATA(50ps) gets immediate NC(50ps)  |  Max reliability  |  Implementable with current electronics  |  3x100ps=300ps / 3data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2880" y="5468112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1A237E"/>
                </a:solidFill>
              </a:rPr>
              <a:t>(8) TRAVEL DISTANCE  during  50ps  (DATA Window)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2880" y="5696712"/>
            <a:ext cx="548640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Light (vacuum):  c = 3x10^8 m/s  --&gt;  3x10^8 x 50ps = 15 mm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82880" y="6089904"/>
            <a:ext cx="548640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Electron (wire): ~1%c = 3x10^6 m/s  --&gt;  3x10^6 x 50ps = 0.15 mm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943600" y="5696712"/>
            <a:ext cx="603504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Light:  15 mm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943600" y="6089904"/>
            <a:ext cx="301752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291072" y="61264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Electron:  0.15 mm  (x100 smaller)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82880" y="6473952"/>
            <a:ext cx="117957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B5E20"/>
                </a:solidFill>
              </a:rPr>
              <a:t>KEY: 50ps DATA window  |  Light travels 15mm  |  Wire 12mm &lt; 15mm  --&gt;  Signal fully arrives  |  20GHz electronics sufficient  ✓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MQM | Free Open Source | No Patent | Inventor: Sungtae Park (scwpark) | Co-inventors: Hyunuk Pak, EunHwan Park | github.com/scwpark/MQM-PAM_OFDM_Phase-superposition_3D-mapping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458</Words>
  <Application>Microsoft Office PowerPoint</Application>
  <PresentationFormat>사용자 지정</PresentationFormat>
  <Paragraphs>80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scwpark</dc:creator>
  <cp:keywords/>
  <dc:description>generated using python-pptx</dc:description>
  <cp:lastModifiedBy>성태 박</cp:lastModifiedBy>
  <cp:revision>2</cp:revision>
  <dcterms:created xsi:type="dcterms:W3CDTF">2013-01-27T09:14:16Z</dcterms:created>
  <dcterms:modified xsi:type="dcterms:W3CDTF">2026-03-14T13:31:39Z</dcterms:modified>
  <cp:category/>
</cp:coreProperties>
</file>